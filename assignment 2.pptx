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102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82375-A8A0-41D3-9797-31B321D4CBA6}" type="datetimeFigureOut">
              <a:rPr lang="en-UG" smtClean="0"/>
              <a:t>19/09/2025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03DE9F38-4091-4111-914C-92C37E86168F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4241522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82375-A8A0-41D3-9797-31B321D4CBA6}" type="datetimeFigureOut">
              <a:rPr lang="en-UG" smtClean="0"/>
              <a:t>19/09/2025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E9F38-4091-4111-914C-92C37E86168F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368031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82375-A8A0-41D3-9797-31B321D4CBA6}" type="datetimeFigureOut">
              <a:rPr lang="en-UG" smtClean="0"/>
              <a:t>19/09/2025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03DE9F38-4091-4111-914C-92C37E86168F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198393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82375-A8A0-41D3-9797-31B321D4CBA6}" type="datetimeFigureOut">
              <a:rPr lang="en-UG" smtClean="0"/>
              <a:t>19/09/2025</a:t>
            </a:fld>
            <a:endParaRPr lang="en-U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E9F38-4091-4111-914C-92C37E86168F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986461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82375-A8A0-41D3-9797-31B321D4CBA6}" type="datetimeFigureOut">
              <a:rPr lang="en-UG" smtClean="0"/>
              <a:t>19/09/2025</a:t>
            </a:fld>
            <a:endParaRPr lang="en-U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E9F38-4091-4111-914C-92C37E86168F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546938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82375-A8A0-41D3-9797-31B321D4CBA6}" type="datetimeFigureOut">
              <a:rPr lang="en-UG" smtClean="0"/>
              <a:t>19/09/2025</a:t>
            </a:fld>
            <a:endParaRPr lang="en-U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E9F38-4091-4111-914C-92C37E86168F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606716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82375-A8A0-41D3-9797-31B321D4CBA6}" type="datetimeFigureOut">
              <a:rPr lang="en-UG" smtClean="0"/>
              <a:t>19/09/2025</a:t>
            </a:fld>
            <a:endParaRPr lang="en-U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E9F38-4091-4111-914C-92C37E86168F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949603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82375-A8A0-41D3-9797-31B321D4CBA6}" type="datetimeFigureOut">
              <a:rPr lang="en-UG" smtClean="0"/>
              <a:t>19/09/2025</a:t>
            </a:fld>
            <a:endParaRPr lang="en-U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E9F38-4091-4111-914C-92C37E86168F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589320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82375-A8A0-41D3-9797-31B321D4CBA6}" type="datetimeFigureOut">
              <a:rPr lang="en-UG" smtClean="0"/>
              <a:t>19/09/2025</a:t>
            </a:fld>
            <a:endParaRPr lang="en-U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E9F38-4091-4111-914C-92C37E86168F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648890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82375-A8A0-41D3-9797-31B321D4CBA6}" type="datetimeFigureOut">
              <a:rPr lang="en-UG" smtClean="0"/>
              <a:t>19/09/2025</a:t>
            </a:fld>
            <a:endParaRPr lang="en-U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03DE9F38-4091-4111-914C-92C37E86168F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544909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82375-A8A0-41D3-9797-31B321D4CBA6}" type="datetimeFigureOut">
              <a:rPr lang="en-UG" smtClean="0"/>
              <a:t>19/09/2025</a:t>
            </a:fld>
            <a:endParaRPr lang="en-U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03DE9F38-4091-4111-914C-92C37E86168F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4235529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82375-A8A0-41D3-9797-31B321D4CBA6}" type="datetimeFigureOut">
              <a:rPr lang="en-UG" smtClean="0"/>
              <a:t>19/09/2025</a:t>
            </a:fld>
            <a:endParaRPr lang="en-U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03DE9F38-4091-4111-914C-92C37E86168F}" type="slidenum">
              <a:rPr lang="en-UG" smtClean="0"/>
              <a:t>‹#›</a:t>
            </a:fld>
            <a:endParaRPr lang="en-UG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706704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82375-A8A0-41D3-9797-31B321D4CBA6}" type="datetimeFigureOut">
              <a:rPr lang="en-UG" smtClean="0"/>
              <a:t>19/09/2025</a:t>
            </a:fld>
            <a:endParaRPr lang="en-U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03DE9F38-4091-4111-914C-92C37E86168F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5732420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82375-A8A0-41D3-9797-31B321D4CBA6}" type="datetimeFigureOut">
              <a:rPr lang="en-UG" smtClean="0"/>
              <a:t>19/09/2025</a:t>
            </a:fld>
            <a:endParaRPr lang="en-U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E9F38-4091-4111-914C-92C37E86168F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2433281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82375-A8A0-41D3-9797-31B321D4CBA6}" type="datetimeFigureOut">
              <a:rPr lang="en-UG" smtClean="0"/>
              <a:t>19/09/2025</a:t>
            </a:fld>
            <a:endParaRPr lang="en-U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E9F38-4091-4111-914C-92C37E86168F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9436535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82375-A8A0-41D3-9797-31B321D4CBA6}" type="datetimeFigureOut">
              <a:rPr lang="en-UG" smtClean="0"/>
              <a:t>19/09/2025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E9F38-4091-4111-914C-92C37E86168F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9753296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9A782375-A8A0-41D3-9797-31B321D4CBA6}" type="datetimeFigureOut">
              <a:rPr lang="en-UG" smtClean="0"/>
              <a:t>19/09/2025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03DE9F38-4091-4111-914C-92C37E86168F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4169451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782375-A8A0-41D3-9797-31B321D4CBA6}" type="datetimeFigureOut">
              <a:rPr lang="en-UG" smtClean="0"/>
              <a:t>19/09/2025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DE9F38-4091-4111-914C-92C37E86168F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212616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5E56D-E6A2-AC99-F282-BF4433E5C4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MATLAB GROUP 8</a:t>
            </a:r>
            <a:endParaRPr lang="en-U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9B4464-0C85-C859-7777-8B58B1C788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ASSIGNMENT 2</a:t>
            </a:r>
          </a:p>
          <a:p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227465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F0D56-1BE6-A43A-E37F-E5006B65A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QN 1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6B714-784C-798B-BF10-FB989B2796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31989"/>
            <a:ext cx="10515600" cy="354497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MATLAB programming ,from the tables visualize the different parameters, patterns ,trends and relationships. Ensure that each plot is saved as an image an annotative label write the script codes</a:t>
            </a:r>
            <a:endParaRPr lang="en-UG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7575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BFF31-3013-36B7-99AF-3DDE1EC90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This Script Does:</a:t>
            </a:r>
            <a:br>
              <a:rPr lang="en-GB" dirty="0"/>
            </a:b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F6703-3553-523C-E2A6-3ED76BDBB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Loads all data from 2010–2024 into a single table.</a:t>
            </a:r>
          </a:p>
          <a:p>
            <a:r>
              <a:rPr lang="en-US" dirty="0"/>
              <a:t>Generates 5 key plots:</a:t>
            </a:r>
          </a:p>
          <a:p>
            <a:r>
              <a:rPr lang="en-US" dirty="0"/>
              <a:t>Price distribution per year (boxplot).</a:t>
            </a:r>
          </a:p>
          <a:p>
            <a:r>
              <a:rPr lang="en-US" dirty="0"/>
              <a:t>Average sales volume trend (line plot).</a:t>
            </a:r>
          </a:p>
          <a:p>
            <a:r>
              <a:rPr lang="en-US" dirty="0"/>
              <a:t>Price vs. Mileage scatter plot (relationship visualization).</a:t>
            </a:r>
          </a:p>
          <a:p>
            <a:r>
              <a:rPr lang="en-US" dirty="0"/>
              <a:t>Fuel type distribution (bar chart).</a:t>
            </a:r>
          </a:p>
          <a:p>
            <a:r>
              <a:rPr lang="en-US" dirty="0"/>
              <a:t>Sales classification per region (stacked bar chart).</a:t>
            </a:r>
          </a:p>
          <a:p>
            <a:r>
              <a:rPr lang="en-US" dirty="0"/>
              <a:t>Saves each plot automatically in a folder called Plot</a:t>
            </a:r>
          </a:p>
          <a:p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738442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B5559-A5A8-EFBA-E199-493407B5A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G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1998C982-27ED-30A6-12BF-7E4251BCE8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8379" y="2336800"/>
            <a:ext cx="6217572" cy="3598863"/>
          </a:xfrm>
        </p:spPr>
      </p:pic>
    </p:spTree>
    <p:extLst>
      <p:ext uri="{BB962C8B-B14F-4D97-AF65-F5344CB8AC3E}">
        <p14:creationId xmlns:p14="http://schemas.microsoft.com/office/powerpoint/2010/main" val="170118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2C222-3C2F-D08C-6552-771899A7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QN 2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C68B3-A5BD-2ACE-A9B3-6430EC9A2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question 2,describe the different statistical data and ensure that you visualize them, ensure that the different attributes collected per individual is detailed enough to describe them use </a:t>
            </a:r>
            <a:r>
              <a:rPr lang="en-US" dirty="0" err="1"/>
              <a:t>matlab</a:t>
            </a:r>
            <a:r>
              <a:rPr lang="en-US" dirty="0"/>
              <a:t> scripts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2347007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1C92A-E627-C462-BD57-05F160252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E6709-6D9A-756C-624B-75DDA94A4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Key Features of This Solution:</a:t>
            </a:r>
          </a:p>
          <a:p>
            <a:pPr marL="0" indent="0">
              <a:buNone/>
            </a:pPr>
            <a:r>
              <a:rPr lang="en-US" dirty="0"/>
              <a:t>1.</a:t>
            </a:r>
            <a:r>
              <a:rPr lang="en-US" u="sng" dirty="0"/>
              <a:t>Focused Member Profiles:</a:t>
            </a:r>
          </a:p>
          <a:p>
            <a:pPr marL="0" indent="0">
              <a:buNone/>
            </a:pPr>
            <a:r>
              <a:rPr lang="en-US" dirty="0"/>
              <a:t>o	Includes only the first set of attributes: name, background, district, tribe, village, religion, interests, and age</a:t>
            </a:r>
          </a:p>
          <a:p>
            <a:pPr marL="0" indent="0">
              <a:buNone/>
            </a:pPr>
            <a:r>
              <a:rPr lang="en-US" dirty="0"/>
              <a:t>o	Excludes the last 8 attributes as requested</a:t>
            </a:r>
          </a:p>
          <a:p>
            <a:pPr marL="0" indent="0">
              <a:buNone/>
            </a:pPr>
            <a:r>
              <a:rPr lang="en-US" dirty="0"/>
              <a:t>2.</a:t>
            </a:r>
            <a:r>
              <a:rPr lang="en-US" b="1" i="1" u="sng" dirty="0"/>
              <a:t>Statistical Analysis:</a:t>
            </a:r>
          </a:p>
          <a:p>
            <a:pPr marL="0" indent="0">
              <a:buNone/>
            </a:pPr>
            <a:r>
              <a:rPr lang="en-US" dirty="0"/>
              <a:t>o	Basic statistics for age (mean, median, standard deviation, min, max)</a:t>
            </a:r>
          </a:p>
          <a:p>
            <a:pPr marL="0" indent="0">
              <a:buNone/>
            </a:pPr>
            <a:r>
              <a:rPr lang="en-US" dirty="0"/>
              <a:t>O Distribution analysis for categorical data (tribe, religion, background, district, village)</a:t>
            </a:r>
          </a:p>
          <a:p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2346839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80B31-556E-A08A-F743-796CE83D9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B39C9-D908-4932-718C-D2B2F51EE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2"/>
            <a:ext cx="9613861" cy="4162781"/>
          </a:xfrm>
        </p:spPr>
        <p:txBody>
          <a:bodyPr>
            <a:normAutofit/>
          </a:bodyPr>
          <a:lstStyle/>
          <a:p>
            <a:r>
              <a:rPr lang="en-US" dirty="0"/>
              <a:t>3.	</a:t>
            </a:r>
            <a:r>
              <a:rPr lang="en-US" b="1" i="1" u="sng" dirty="0"/>
              <a:t>Multiple Visualizations: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Demographic distributions (tribe, religion, background, district, village)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Age distribution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Interests analysis with bar chart and word cloud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Age distribution by background</a:t>
            </a:r>
          </a:p>
          <a:p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67927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44809-67CF-951C-9CA7-4F7760ED8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484CD-DA0C-216F-387A-0E907AC56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4.	</a:t>
            </a:r>
            <a:r>
              <a:rPr lang="en-US" b="1" u="sng" dirty="0"/>
              <a:t>Comprehensive Reporting: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Text-based report with group summary and individual profiles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Diversity analysis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Top interests listing</a:t>
            </a:r>
          </a:p>
          <a:p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40037930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4325C-4348-BCF1-09E3-EF3AAF937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B42A3-ECD3-1D89-72F0-E7832D42A1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Instructions: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	Save this code as a MATLAB script (e.g.,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group_analysis_simple.m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	Run the script to generate all analyses and visualizations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	The script will create: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	Multiple visualization figures (PNG files)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	Excel file with member data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	MAT file with structured data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	Comprehensive text report</a:t>
            </a:r>
          </a:p>
          <a:p>
            <a:pPr marL="0" indent="0">
              <a:buNone/>
            </a:pPr>
            <a:endParaRPr lang="en-UG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6351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4E6C3-7D8D-88E4-8EB6-C69F1A0F7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DBFF8-50D7-E2D7-0C99-2FA77E2AB6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solution provides a focused analysis of your group members using only the first set of attributes, with statistical insights and visualizations that would be perfect for a presentation or report</a:t>
            </a:r>
          </a:p>
          <a:p>
            <a:endParaRPr lang="en-UG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32069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69673-6BB0-A924-08DE-29A976A4F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G" noProof="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A50A240-3FEF-0C48-4D50-1AFEC2DA1F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7325" y="2336800"/>
            <a:ext cx="8373979" cy="4112126"/>
          </a:xfrm>
        </p:spPr>
      </p:pic>
    </p:spTree>
    <p:extLst>
      <p:ext uri="{BB962C8B-B14F-4D97-AF65-F5344CB8AC3E}">
        <p14:creationId xmlns:p14="http://schemas.microsoft.com/office/powerpoint/2010/main" val="1628265483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19</TotalTime>
  <Words>391</Words>
  <Application>Microsoft Office PowerPoint</Application>
  <PresentationFormat>Widescreen</PresentationFormat>
  <Paragraphs>40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Times New Roman</vt:lpstr>
      <vt:lpstr>Trebuchet MS</vt:lpstr>
      <vt:lpstr>Wingdings</vt:lpstr>
      <vt:lpstr>Berlin</vt:lpstr>
      <vt:lpstr>MATLAB GROUP 8</vt:lpstr>
      <vt:lpstr>QN 1</vt:lpstr>
      <vt:lpstr>What This Script Does: </vt:lpstr>
      <vt:lpstr>PowerPoint Presentation</vt:lpstr>
      <vt:lpstr>QN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Lwasampijja Ashiraf</dc:creator>
  <cp:lastModifiedBy>Lwasampijja Ashiraf</cp:lastModifiedBy>
  <cp:revision>1</cp:revision>
  <dcterms:created xsi:type="dcterms:W3CDTF">2025-09-19T04:06:52Z</dcterms:created>
  <dcterms:modified xsi:type="dcterms:W3CDTF">2025-09-19T04:26:23Z</dcterms:modified>
</cp:coreProperties>
</file>