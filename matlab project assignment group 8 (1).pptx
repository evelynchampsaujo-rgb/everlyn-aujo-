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binywera00@gmail.com" userId="94500846e7a854e5" providerId="LiveId" clId="{1EB3126D-D063-444E-8FB4-A65BECDC5994}"/>
    <pc:docChg chg="undo redo custSel addSld delSld modSld sldOrd">
      <pc:chgData name="nicholasbinywera00@gmail.com" userId="94500846e7a854e5" providerId="LiveId" clId="{1EB3126D-D063-444E-8FB4-A65BECDC5994}" dt="2025-11-11T20:40:40.162" v="2330" actId="27636"/>
      <pc:docMkLst>
        <pc:docMk/>
      </pc:docMkLst>
      <pc:sldChg chg="modSp new mod">
        <pc:chgData name="nicholasbinywera00@gmail.com" userId="94500846e7a854e5" providerId="LiveId" clId="{1EB3126D-D063-444E-8FB4-A65BECDC5994}" dt="2025-11-11T20:40:40.020" v="2327"/>
        <pc:sldMkLst>
          <pc:docMk/>
          <pc:sldMk cId="3313108359" sldId="256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3313108359" sldId="256"/>
            <ac:spMk id="2" creationId="{82CAA5D0-F6FF-B93C-0090-301595A8B4EA}"/>
          </ac:spMkLst>
        </pc:spChg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3313108359" sldId="256"/>
            <ac:spMk id="3" creationId="{070331F6-D3A9-11AF-8718-E96251DF50B1}"/>
          </ac:spMkLst>
        </pc:spChg>
      </pc:sldChg>
      <pc:sldChg chg="modSp new mod">
        <pc:chgData name="nicholasbinywera00@gmail.com" userId="94500846e7a854e5" providerId="LiveId" clId="{1EB3126D-D063-444E-8FB4-A65BECDC5994}" dt="2025-11-11T20:40:40.020" v="2327"/>
        <pc:sldMkLst>
          <pc:docMk/>
          <pc:sldMk cId="2041082774" sldId="257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041082774" sldId="257"/>
            <ac:spMk id="2" creationId="{05C20565-6DDA-6678-4598-5A0B2695A447}"/>
          </ac:spMkLst>
        </pc:spChg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041082774" sldId="257"/>
            <ac:spMk id="3" creationId="{FE8C3C7E-FE8A-942A-CF17-69F8626F57F0}"/>
          </ac:spMkLst>
        </pc:spChg>
      </pc:sldChg>
      <pc:sldChg chg="modSp new mod">
        <pc:chgData name="nicholasbinywera00@gmail.com" userId="94500846e7a854e5" providerId="LiveId" clId="{1EB3126D-D063-444E-8FB4-A65BECDC5994}" dt="2025-11-11T20:40:40.120" v="2328" actId="27636"/>
        <pc:sldMkLst>
          <pc:docMk/>
          <pc:sldMk cId="993408254" sldId="258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993408254" sldId="258"/>
            <ac:spMk id="2" creationId="{FB840467-5488-6173-17D4-6BF76C221AEA}"/>
          </ac:spMkLst>
        </pc:spChg>
        <pc:spChg chg="mod">
          <ac:chgData name="nicholasbinywera00@gmail.com" userId="94500846e7a854e5" providerId="LiveId" clId="{1EB3126D-D063-444E-8FB4-A65BECDC5994}" dt="2025-11-11T20:40:40.120" v="2328" actId="27636"/>
          <ac:spMkLst>
            <pc:docMk/>
            <pc:sldMk cId="993408254" sldId="258"/>
            <ac:spMk id="3" creationId="{DCBCFDF5-9904-B6BB-FD7B-48B5D1EBFB14}"/>
          </ac:spMkLst>
        </pc:spChg>
      </pc:sldChg>
      <pc:sldChg chg="modSp new mod">
        <pc:chgData name="nicholasbinywera00@gmail.com" userId="94500846e7a854e5" providerId="LiveId" clId="{1EB3126D-D063-444E-8FB4-A65BECDC5994}" dt="2025-11-11T20:40:40.020" v="2327"/>
        <pc:sldMkLst>
          <pc:docMk/>
          <pc:sldMk cId="2318098213" sldId="259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318098213" sldId="259"/>
            <ac:spMk id="2" creationId="{792819A0-0645-A31A-23A1-0ADBC8E152FF}"/>
          </ac:spMkLst>
        </pc:spChg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318098213" sldId="259"/>
            <ac:spMk id="3" creationId="{6F9A73F6-27D3-B41D-F9E7-0CCB8E47A664}"/>
          </ac:spMkLst>
        </pc:spChg>
      </pc:sldChg>
      <pc:sldChg chg="modSp new mod">
        <pc:chgData name="nicholasbinywera00@gmail.com" userId="94500846e7a854e5" providerId="LiveId" clId="{1EB3126D-D063-444E-8FB4-A65BECDC5994}" dt="2025-11-11T20:40:40.020" v="2327"/>
        <pc:sldMkLst>
          <pc:docMk/>
          <pc:sldMk cId="383409159" sldId="260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383409159" sldId="260"/>
            <ac:spMk id="2" creationId="{CBF52E23-202C-F88F-F5DF-8167BAF106FB}"/>
          </ac:spMkLst>
        </pc:spChg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383409159" sldId="260"/>
            <ac:spMk id="3" creationId="{806C1D39-921E-20CD-2BA7-AD0EBF53ECB8}"/>
          </ac:spMkLst>
        </pc:sp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2084104432" sldId="261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084104432" sldId="261"/>
            <ac:spMk id="2" creationId="{862CE76D-12E8-6B33-B405-490260449AAF}"/>
          </ac:spMkLst>
        </pc:spChg>
        <pc:spChg chg="del mod">
          <ac:chgData name="nicholasbinywera00@gmail.com" userId="94500846e7a854e5" providerId="LiveId" clId="{1EB3126D-D063-444E-8FB4-A65BECDC5994}" dt="2025-11-11T20:00:29.438" v="1404" actId="22"/>
          <ac:spMkLst>
            <pc:docMk/>
            <pc:sldMk cId="2084104432" sldId="261"/>
            <ac:spMk id="3" creationId="{54B6F9ED-B6B9-6476-77B2-012CFB265981}"/>
          </ac:spMkLst>
        </pc:spChg>
        <pc:picChg chg="add mod ord">
          <ac:chgData name="nicholasbinywera00@gmail.com" userId="94500846e7a854e5" providerId="LiveId" clId="{1EB3126D-D063-444E-8FB4-A65BECDC5994}" dt="2025-11-11T20:01:04.076" v="1412" actId="14100"/>
          <ac:picMkLst>
            <pc:docMk/>
            <pc:sldMk cId="2084104432" sldId="261"/>
            <ac:picMk id="5" creationId="{E9879C3E-4DF2-3D39-75D5-B8CD2C7261F0}"/>
          </ac:picMkLst>
        </pc:picChg>
      </pc:sldChg>
      <pc:sldChg chg="modSp new mod">
        <pc:chgData name="nicholasbinywera00@gmail.com" userId="94500846e7a854e5" providerId="LiveId" clId="{1EB3126D-D063-444E-8FB4-A65BECDC5994}" dt="2025-11-11T20:40:40.135" v="2329" actId="27636"/>
        <pc:sldMkLst>
          <pc:docMk/>
          <pc:sldMk cId="1407564582" sldId="262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1407564582" sldId="262"/>
            <ac:spMk id="2" creationId="{A68C49F8-DF9E-F5C5-3B82-09BA94F51BE9}"/>
          </ac:spMkLst>
        </pc:spChg>
        <pc:spChg chg="mod">
          <ac:chgData name="nicholasbinywera00@gmail.com" userId="94500846e7a854e5" providerId="LiveId" clId="{1EB3126D-D063-444E-8FB4-A65BECDC5994}" dt="2025-11-11T20:40:40.135" v="2329" actId="27636"/>
          <ac:spMkLst>
            <pc:docMk/>
            <pc:sldMk cId="1407564582" sldId="262"/>
            <ac:spMk id="3" creationId="{A6E8A945-F74E-3EC8-E36D-5E9B2F6C1BC9}"/>
          </ac:spMkLst>
        </pc:spChg>
      </pc:sldChg>
      <pc:sldChg chg="addSp modSp new mod ord">
        <pc:chgData name="nicholasbinywera00@gmail.com" userId="94500846e7a854e5" providerId="LiveId" clId="{1EB3126D-D063-444E-8FB4-A65BECDC5994}" dt="2025-11-11T20:40:40.020" v="2327"/>
        <pc:sldMkLst>
          <pc:docMk/>
          <pc:sldMk cId="2043326571" sldId="263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043326571" sldId="263"/>
            <ac:spMk id="2" creationId="{5C463819-B420-2884-A174-777288DD0A76}"/>
          </ac:spMkLst>
        </pc:spChg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043326571" sldId="263"/>
            <ac:spMk id="3" creationId="{F4FA1354-1544-4E9E-7F23-95968136E1DC}"/>
          </ac:spMkLst>
        </pc:spChg>
        <pc:picChg chg="add mod">
          <ac:chgData name="nicholasbinywera00@gmail.com" userId="94500846e7a854e5" providerId="LiveId" clId="{1EB3126D-D063-444E-8FB4-A65BECDC5994}" dt="2025-11-11T20:12:35.916" v="1750" actId="14100"/>
          <ac:picMkLst>
            <pc:docMk/>
            <pc:sldMk cId="2043326571" sldId="263"/>
            <ac:picMk id="5" creationId="{B793CCED-6F06-87F1-415D-8A1BB75FBC23}"/>
          </ac:picMkLst>
        </pc:picChg>
      </pc:sldChg>
      <pc:sldChg chg="new del">
        <pc:chgData name="nicholasbinywera00@gmail.com" userId="94500846e7a854e5" providerId="LiveId" clId="{1EB3126D-D063-444E-8FB4-A65BECDC5994}" dt="2025-11-11T20:39:09.101" v="2307" actId="2696"/>
        <pc:sldMkLst>
          <pc:docMk/>
          <pc:sldMk cId="1176330509" sldId="264"/>
        </pc:sldMkLst>
      </pc:sldChg>
      <pc:sldChg chg="addSp modSp new mod">
        <pc:chgData name="nicholasbinywera00@gmail.com" userId="94500846e7a854e5" providerId="LiveId" clId="{1EB3126D-D063-444E-8FB4-A65BECDC5994}" dt="2025-11-11T20:40:40.020" v="2327"/>
        <pc:sldMkLst>
          <pc:docMk/>
          <pc:sldMk cId="4242954355" sldId="265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4242954355" sldId="265"/>
            <ac:spMk id="2" creationId="{31F69ADE-E116-B91D-049C-28C49AFAC3F5}"/>
          </ac:spMkLst>
        </pc:spChg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4242954355" sldId="265"/>
            <ac:spMk id="3" creationId="{E1C49D35-9D7A-A0EA-A67F-47F8B7FCA700}"/>
          </ac:spMkLst>
        </pc:spChg>
        <pc:picChg chg="add mod">
          <ac:chgData name="nicholasbinywera00@gmail.com" userId="94500846e7a854e5" providerId="LiveId" clId="{1EB3126D-D063-444E-8FB4-A65BECDC5994}" dt="2025-11-11T20:18:40.119" v="1849" actId="14100"/>
          <ac:picMkLst>
            <pc:docMk/>
            <pc:sldMk cId="4242954355" sldId="265"/>
            <ac:picMk id="5" creationId="{A9BB443B-6A82-8BED-6D44-2DEFDCB78A17}"/>
          </ac:picMkLst>
        </pc:pic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6650793" sldId="266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6650793" sldId="266"/>
            <ac:spMk id="2" creationId="{47192BBE-1B10-2F2C-57D2-5B6D33B71E79}"/>
          </ac:spMkLst>
        </pc:spChg>
        <pc:spChg chg="del mod">
          <ac:chgData name="nicholasbinywera00@gmail.com" userId="94500846e7a854e5" providerId="LiveId" clId="{1EB3126D-D063-444E-8FB4-A65BECDC5994}" dt="2025-11-11T20:21:11.076" v="1884" actId="22"/>
          <ac:spMkLst>
            <pc:docMk/>
            <pc:sldMk cId="6650793" sldId="266"/>
            <ac:spMk id="3" creationId="{3A03940C-6EB7-1AEB-EE0C-ED98B968DE17}"/>
          </ac:spMkLst>
        </pc:spChg>
        <pc:spChg chg="add mod">
          <ac:chgData name="nicholasbinywera00@gmail.com" userId="94500846e7a854e5" providerId="LiveId" clId="{1EB3126D-D063-444E-8FB4-A65BECDC5994}" dt="2025-11-11T20:23:17.772" v="1900" actId="14100"/>
          <ac:spMkLst>
            <pc:docMk/>
            <pc:sldMk cId="6650793" sldId="266"/>
            <ac:spMk id="7" creationId="{56E86AD3-6918-2CE7-6C98-53841F52E0BD}"/>
          </ac:spMkLst>
        </pc:spChg>
        <pc:picChg chg="add mod ord">
          <ac:chgData name="nicholasbinywera00@gmail.com" userId="94500846e7a854e5" providerId="LiveId" clId="{1EB3126D-D063-444E-8FB4-A65BECDC5994}" dt="2025-11-11T20:23:07.989" v="1899" actId="14100"/>
          <ac:picMkLst>
            <pc:docMk/>
            <pc:sldMk cId="6650793" sldId="266"/>
            <ac:picMk id="5" creationId="{A65FF341-B91D-AD12-E48E-54FDADB408D1}"/>
          </ac:picMkLst>
        </pc:pic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2933847411" sldId="267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933847411" sldId="267"/>
            <ac:spMk id="2" creationId="{C331AA52-DD54-F2B4-8EE2-D7C640BA1581}"/>
          </ac:spMkLst>
        </pc:spChg>
        <pc:spChg chg="del mod">
          <ac:chgData name="nicholasbinywera00@gmail.com" userId="94500846e7a854e5" providerId="LiveId" clId="{1EB3126D-D063-444E-8FB4-A65BECDC5994}" dt="2025-11-11T20:24:55.666" v="1958" actId="22"/>
          <ac:spMkLst>
            <pc:docMk/>
            <pc:sldMk cId="2933847411" sldId="267"/>
            <ac:spMk id="3" creationId="{53D95871-E6F9-C98F-409F-55646438C78F}"/>
          </ac:spMkLst>
        </pc:spChg>
        <pc:picChg chg="add mod ord">
          <ac:chgData name="nicholasbinywera00@gmail.com" userId="94500846e7a854e5" providerId="LiveId" clId="{1EB3126D-D063-444E-8FB4-A65BECDC5994}" dt="2025-11-11T20:25:11.917" v="1962" actId="14100"/>
          <ac:picMkLst>
            <pc:docMk/>
            <pc:sldMk cId="2933847411" sldId="267"/>
            <ac:picMk id="5" creationId="{96B54437-AB37-A5B9-E19D-EA87C8BF0002}"/>
          </ac:picMkLst>
        </pc:pic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1359620105" sldId="268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1359620105" sldId="268"/>
            <ac:spMk id="2" creationId="{0D8FAC86-5CAE-D254-437C-9014C189752A}"/>
          </ac:spMkLst>
        </pc:spChg>
        <pc:spChg chg="del mod">
          <ac:chgData name="nicholasbinywera00@gmail.com" userId="94500846e7a854e5" providerId="LiveId" clId="{1EB3126D-D063-444E-8FB4-A65BECDC5994}" dt="2025-11-11T20:26:58.419" v="2012" actId="22"/>
          <ac:spMkLst>
            <pc:docMk/>
            <pc:sldMk cId="1359620105" sldId="268"/>
            <ac:spMk id="3" creationId="{9307CD49-9D31-C182-D2E8-6DECCFF9D7E8}"/>
          </ac:spMkLst>
        </pc:spChg>
        <pc:picChg chg="add mod ord">
          <ac:chgData name="nicholasbinywera00@gmail.com" userId="94500846e7a854e5" providerId="LiveId" clId="{1EB3126D-D063-444E-8FB4-A65BECDC5994}" dt="2025-11-11T20:27:16.386" v="2017" actId="14100"/>
          <ac:picMkLst>
            <pc:docMk/>
            <pc:sldMk cId="1359620105" sldId="268"/>
            <ac:picMk id="5" creationId="{AE8EF7BE-2B69-FCF5-E04B-A0B87391C8DF}"/>
          </ac:picMkLst>
        </pc:pic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3192329156" sldId="269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3192329156" sldId="269"/>
            <ac:spMk id="2" creationId="{D178AB13-D3E2-3718-0991-D9591C62FEA1}"/>
          </ac:spMkLst>
        </pc:spChg>
        <pc:spChg chg="del mod">
          <ac:chgData name="nicholasbinywera00@gmail.com" userId="94500846e7a854e5" providerId="LiveId" clId="{1EB3126D-D063-444E-8FB4-A65BECDC5994}" dt="2025-11-11T20:28:27.417" v="2051" actId="22"/>
          <ac:spMkLst>
            <pc:docMk/>
            <pc:sldMk cId="3192329156" sldId="269"/>
            <ac:spMk id="3" creationId="{5C2BDBD4-39CB-5284-B41B-7E678D5C0AA3}"/>
          </ac:spMkLst>
        </pc:spChg>
        <pc:picChg chg="add mod ord">
          <ac:chgData name="nicholasbinywera00@gmail.com" userId="94500846e7a854e5" providerId="LiveId" clId="{1EB3126D-D063-444E-8FB4-A65BECDC5994}" dt="2025-11-11T20:29:00.387" v="2062" actId="14100"/>
          <ac:picMkLst>
            <pc:docMk/>
            <pc:sldMk cId="3192329156" sldId="269"/>
            <ac:picMk id="5" creationId="{27C7A810-E882-2C18-C2CC-7CEC17F8DB15}"/>
          </ac:picMkLst>
        </pc:pic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2504376764" sldId="270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2504376764" sldId="270"/>
            <ac:spMk id="2" creationId="{FA7445DE-EFC3-AA01-EBD4-00C152D1F26E}"/>
          </ac:spMkLst>
        </pc:spChg>
        <pc:spChg chg="del mod">
          <ac:chgData name="nicholasbinywera00@gmail.com" userId="94500846e7a854e5" providerId="LiveId" clId="{1EB3126D-D063-444E-8FB4-A65BECDC5994}" dt="2025-11-11T20:31:07.584" v="2108" actId="22"/>
          <ac:spMkLst>
            <pc:docMk/>
            <pc:sldMk cId="2504376764" sldId="270"/>
            <ac:spMk id="3" creationId="{DE14B2DC-7D36-3ECC-2EBE-57B2F910A7E5}"/>
          </ac:spMkLst>
        </pc:spChg>
        <pc:picChg chg="add mod ord">
          <ac:chgData name="nicholasbinywera00@gmail.com" userId="94500846e7a854e5" providerId="LiveId" clId="{1EB3126D-D063-444E-8FB4-A65BECDC5994}" dt="2025-11-11T20:31:37.264" v="2129" actId="14100"/>
          <ac:picMkLst>
            <pc:docMk/>
            <pc:sldMk cId="2504376764" sldId="270"/>
            <ac:picMk id="5" creationId="{72A40BFE-A999-C4CF-2697-8A38F0ED1731}"/>
          </ac:picMkLst>
        </pc:picChg>
      </pc:sldChg>
      <pc:sldChg chg="addSp delSp modSp new mod">
        <pc:chgData name="nicholasbinywera00@gmail.com" userId="94500846e7a854e5" providerId="LiveId" clId="{1EB3126D-D063-444E-8FB4-A65BECDC5994}" dt="2025-11-11T20:40:40.020" v="2327"/>
        <pc:sldMkLst>
          <pc:docMk/>
          <pc:sldMk cId="783879240" sldId="271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783879240" sldId="271"/>
            <ac:spMk id="2" creationId="{BF1685A1-F8FB-554C-1599-31FA64D4A6C4}"/>
          </ac:spMkLst>
        </pc:spChg>
        <pc:spChg chg="del mod">
          <ac:chgData name="nicholasbinywera00@gmail.com" userId="94500846e7a854e5" providerId="LiveId" clId="{1EB3126D-D063-444E-8FB4-A65BECDC5994}" dt="2025-11-11T20:33:06.260" v="2194" actId="22"/>
          <ac:spMkLst>
            <pc:docMk/>
            <pc:sldMk cId="783879240" sldId="271"/>
            <ac:spMk id="3" creationId="{AEBE709E-D522-3B4E-A251-3A0EE1014D16}"/>
          </ac:spMkLst>
        </pc:spChg>
        <pc:picChg chg="add mod ord">
          <ac:chgData name="nicholasbinywera00@gmail.com" userId="94500846e7a854e5" providerId="LiveId" clId="{1EB3126D-D063-444E-8FB4-A65BECDC5994}" dt="2025-11-11T20:33:23.683" v="2199" actId="14100"/>
          <ac:picMkLst>
            <pc:docMk/>
            <pc:sldMk cId="783879240" sldId="271"/>
            <ac:picMk id="5" creationId="{BF416126-AFBE-A9B5-41D5-06F8B9E146D8}"/>
          </ac:picMkLst>
        </pc:picChg>
      </pc:sldChg>
      <pc:sldChg chg="modSp new mod">
        <pc:chgData name="nicholasbinywera00@gmail.com" userId="94500846e7a854e5" providerId="LiveId" clId="{1EB3126D-D063-444E-8FB4-A65BECDC5994}" dt="2025-11-11T20:40:40.162" v="2330" actId="27636"/>
        <pc:sldMkLst>
          <pc:docMk/>
          <pc:sldMk cId="832936898" sldId="272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832936898" sldId="272"/>
            <ac:spMk id="2" creationId="{F4C7A9EA-EBB5-D0C9-8D68-8A776DE90B08}"/>
          </ac:spMkLst>
        </pc:spChg>
        <pc:spChg chg="mod">
          <ac:chgData name="nicholasbinywera00@gmail.com" userId="94500846e7a854e5" providerId="LiveId" clId="{1EB3126D-D063-444E-8FB4-A65BECDC5994}" dt="2025-11-11T20:40:40.162" v="2330" actId="27636"/>
          <ac:spMkLst>
            <pc:docMk/>
            <pc:sldMk cId="832936898" sldId="272"/>
            <ac:spMk id="3" creationId="{106CFB8F-C2C2-A002-75A3-356F1FCF0966}"/>
          </ac:spMkLst>
        </pc:spChg>
      </pc:sldChg>
      <pc:sldChg chg="addSp modSp new mod">
        <pc:chgData name="nicholasbinywera00@gmail.com" userId="94500846e7a854e5" providerId="LiveId" clId="{1EB3126D-D063-444E-8FB4-A65BECDC5994}" dt="2025-11-11T20:40:40.020" v="2327"/>
        <pc:sldMkLst>
          <pc:docMk/>
          <pc:sldMk cId="3584470552" sldId="273"/>
        </pc:sldMkLst>
        <pc:spChg chg="mod">
          <ac:chgData name="nicholasbinywera00@gmail.com" userId="94500846e7a854e5" providerId="LiveId" clId="{1EB3126D-D063-444E-8FB4-A65BECDC5994}" dt="2025-11-11T20:40:40.020" v="2327"/>
          <ac:spMkLst>
            <pc:docMk/>
            <pc:sldMk cId="3584470552" sldId="273"/>
            <ac:spMk id="2" creationId="{E1E0A11B-7081-15BD-20A5-5E4F03CD8E70}"/>
          </ac:spMkLst>
        </pc:spChg>
        <pc:spChg chg="add mod">
          <ac:chgData name="nicholasbinywera00@gmail.com" userId="94500846e7a854e5" providerId="LiveId" clId="{1EB3126D-D063-444E-8FB4-A65BECDC5994}" dt="2025-11-11T20:40:13.478" v="2326" actId="1076"/>
          <ac:spMkLst>
            <pc:docMk/>
            <pc:sldMk cId="3584470552" sldId="273"/>
            <ac:spMk id="4" creationId="{C6C45487-07A8-D5E3-A2F9-489103C0922A}"/>
          </ac:spMkLst>
        </pc:spChg>
      </pc:sldChg>
      <pc:sldChg chg="new del">
        <pc:chgData name="nicholasbinywera00@gmail.com" userId="94500846e7a854e5" providerId="LiveId" clId="{1EB3126D-D063-444E-8FB4-A65BECDC5994}" dt="2025-11-11T20:39:02.730" v="2306" actId="2696"/>
        <pc:sldMkLst>
          <pc:docMk/>
          <pc:sldMk cId="3692236280" sldId="273"/>
        </pc:sldMkLst>
      </pc:sldChg>
      <pc:sldChg chg="new del">
        <pc:chgData name="nicholasbinywera00@gmail.com" userId="94500846e7a854e5" providerId="LiveId" clId="{1EB3126D-D063-444E-8FB4-A65BECDC5994}" dt="2025-11-11T20:39:20.950" v="2309" actId="2696"/>
        <pc:sldMkLst>
          <pc:docMk/>
          <pc:sldMk cId="3955222847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3CBF9-013B-40FB-8A98-152C161F924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05B3F-4B7F-4425-8DEF-624571C5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5B3F-4B7F-4425-8DEF-624571C5C4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9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4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7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5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4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7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8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3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1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3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0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468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14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4514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6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03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1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70854-DBAA-4D3E-9501-8B9480B8FB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1D23E7-D21C-46E3-B76E-BC3992F59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A5D0-F6FF-B93C-0090-301595A8B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MATLAB PROJECT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331F6-D3A9-11AF-8718-E96251DF5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8</a:t>
            </a:r>
          </a:p>
        </p:txBody>
      </p:sp>
    </p:spTree>
    <p:extLst>
      <p:ext uri="{BB962C8B-B14F-4D97-AF65-F5344CB8AC3E}">
        <p14:creationId xmlns:p14="http://schemas.microsoft.com/office/powerpoint/2010/main" val="3313108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20565-6DDA-6678-4598-5A0B2695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C3C7E-FE8A-942A-CF17-69F8626F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Engineers always face challenges in the following areas; storm water management, water supply and piped irrigation design, hydrological delineation and runoff estimation, yield estimation in crop production. Design a high end of </a:t>
            </a:r>
            <a:r>
              <a:rPr lang="en-US" dirty="0" err="1"/>
              <a:t>matlab</a:t>
            </a:r>
            <a:r>
              <a:rPr lang="en-US" dirty="0"/>
              <a:t> code to design and stimulate any projects provided, ensure to use any available tool fits.</a:t>
            </a:r>
          </a:p>
        </p:txBody>
      </p:sp>
    </p:spTree>
    <p:extLst>
      <p:ext uri="{BB962C8B-B14F-4D97-AF65-F5344CB8AC3E}">
        <p14:creationId xmlns:p14="http://schemas.microsoft.com/office/powerpoint/2010/main" val="204108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0467-5488-6173-17D4-6BF76C22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focused upon and core components considered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FDF5-9904-B6BB-FD7B-48B5D1EBF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Uncertainity</a:t>
            </a:r>
            <a:r>
              <a:rPr lang="en-US" dirty="0"/>
              <a:t> in the estimation of crop yield in production and agriculture and core components considered include;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Data processing and processing module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</a:t>
            </a:r>
            <a:r>
              <a:rPr lang="en-US" dirty="0" err="1"/>
              <a:t>Multimodel</a:t>
            </a:r>
            <a:r>
              <a:rPr lang="en-US" dirty="0"/>
              <a:t> machine learning framework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</a:t>
            </a:r>
            <a:r>
              <a:rPr lang="en-US" dirty="0" err="1"/>
              <a:t>Proccess</a:t>
            </a:r>
            <a:r>
              <a:rPr lang="en-US" dirty="0"/>
              <a:t>-Based simulation engine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Ensemble learning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Spatial analysis and visualization dashboard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</a:t>
            </a:r>
            <a:r>
              <a:rPr lang="en-US" dirty="0" err="1"/>
              <a:t>Uncertainity</a:t>
            </a:r>
            <a:r>
              <a:rPr lang="en-US" dirty="0"/>
              <a:t> quantification module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Management insights generator</a:t>
            </a:r>
          </a:p>
        </p:txBody>
      </p:sp>
    </p:spTree>
    <p:extLst>
      <p:ext uri="{BB962C8B-B14F-4D97-AF65-F5344CB8AC3E}">
        <p14:creationId xmlns:p14="http://schemas.microsoft.com/office/powerpoint/2010/main" val="993408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19A0-0645-A31A-23A1-0ADBC8E1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under data generation and </a:t>
            </a:r>
            <a:r>
              <a:rPr lang="en-US" dirty="0" err="1"/>
              <a:t>proccessing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A73F6-27D3-B41D-F9E7-0CCB8E47A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Meteorological data which include; temperature, precipitation and growing degree days.</a:t>
            </a:r>
          </a:p>
          <a:p>
            <a:r>
              <a:rPr lang="en-US" dirty="0"/>
              <a:t> soil properties </a:t>
            </a:r>
            <a:r>
              <a:rPr lang="en-US" dirty="0" err="1"/>
              <a:t>eg</a:t>
            </a:r>
            <a:r>
              <a:rPr lang="en-US" dirty="0"/>
              <a:t> nitrogen content, PH, organic matter</a:t>
            </a:r>
          </a:p>
          <a:p>
            <a:r>
              <a:rPr lang="en-US" dirty="0"/>
              <a:t>Management practices </a:t>
            </a:r>
            <a:r>
              <a:rPr lang="en-US" dirty="0" err="1"/>
              <a:t>eg</a:t>
            </a:r>
            <a:r>
              <a:rPr lang="en-US" dirty="0"/>
              <a:t> fertilizer application, irrigation levels.</a:t>
            </a:r>
          </a:p>
          <a:p>
            <a:r>
              <a:rPr lang="en-US" dirty="0" err="1"/>
              <a:t>Satelite</a:t>
            </a:r>
            <a:r>
              <a:rPr lang="en-US" dirty="0"/>
              <a:t> derived indices </a:t>
            </a:r>
            <a:r>
              <a:rPr lang="en-US" dirty="0" err="1"/>
              <a:t>eg</a:t>
            </a:r>
            <a:r>
              <a:rPr lang="en-US" dirty="0"/>
              <a:t> NDVI, EVI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09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2E23-202C-F88F-F5DF-8167BAF1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Data Assurances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C1D39-921E-20CD-2BA7-AD0EBF53E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G" dirty="0"/>
              <a:t>Missing value handling using moving median</a:t>
            </a:r>
            <a:endParaRPr lang="en-US" dirty="0"/>
          </a:p>
          <a:p>
            <a:pPr lvl="0"/>
            <a:r>
              <a:rPr lang="en-UG" dirty="0"/>
              <a:t>Feature normalization using z-score standardization</a:t>
            </a:r>
            <a:endParaRPr lang="en-US" dirty="0"/>
          </a:p>
          <a:p>
            <a:pPr lvl="0"/>
            <a:r>
              <a:rPr lang="en-UG" dirty="0"/>
              <a:t>Yield target validation (minimum 2 tons/hectare)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0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E76D-12E8-6B33-B405-49026044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879C3E-4DF2-3D39-75D5-B8CD2C726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1371601"/>
            <a:ext cx="10767060" cy="512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0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49F8-DF9E-F5C5-3B82-09BA94F5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framework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8A945-F74E-3EC8-E36D-5E9B2F6C1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Machines considered here include;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gradient boasting machine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support vector machine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The architecture employed is the neutral network architecture and this includes;</a:t>
            </a:r>
          </a:p>
          <a:p>
            <a:pPr lvl="0"/>
            <a:r>
              <a:rPr lang="en-UG" dirty="0"/>
              <a:t>Hidden layers: [20, 10] neurons</a:t>
            </a:r>
            <a:endParaRPr lang="en-US" dirty="0"/>
          </a:p>
          <a:p>
            <a:pPr lvl="0"/>
            <a:r>
              <a:rPr lang="en-UG" dirty="0"/>
              <a:t>Early stopping with 10 validation failures</a:t>
            </a:r>
            <a:endParaRPr lang="en-US" dirty="0"/>
          </a:p>
          <a:p>
            <a:pPr lvl="0"/>
            <a:r>
              <a:rPr lang="en-UG" dirty="0"/>
              <a:t>100 training epochs maximum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56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3819-B420-2884-A174-777288DD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codes considered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1354-1544-4E9E-7F23-95968136E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implementation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3CCED-6F06-87F1-415D-8A1BB75FB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47" y="2362199"/>
            <a:ext cx="11332753" cy="413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2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9ADE-E116-B91D-049C-28C49AFA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Saw vector machine code and its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49D35-9D7A-A0EA-A67F-47F8B7FCA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G" b="1" dirty="0"/>
              <a:t>Features:</a:t>
            </a:r>
            <a:endParaRPr lang="en-US" dirty="0"/>
          </a:p>
          <a:p>
            <a:pPr lvl="0"/>
            <a:r>
              <a:rPr lang="en-UG" dirty="0"/>
              <a:t>Gaussian kernel for non-linear relationships</a:t>
            </a:r>
            <a:endParaRPr lang="en-US" dirty="0"/>
          </a:p>
          <a:p>
            <a:pPr lvl="0"/>
            <a:r>
              <a:rPr lang="en-UG" dirty="0"/>
              <a:t>Automatic kernel scaling</a:t>
            </a:r>
            <a:endParaRPr lang="en-US" dirty="0"/>
          </a:p>
          <a:p>
            <a:pPr lvl="0"/>
            <a:r>
              <a:rPr lang="en-UG" dirty="0"/>
              <a:t>Robust error handling with linear kernel fallback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B443B-6A82-8BED-6D44-2DEFDCB7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48" y="1409700"/>
            <a:ext cx="10734292" cy="255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5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2BBE-1B10-2F2C-57D2-5B6D33B7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Nueral</a:t>
            </a:r>
            <a:r>
              <a:rPr lang="en-US" dirty="0"/>
              <a:t> network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5FF341-B91D-AD12-E48E-54FDADB40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0" y="1325591"/>
            <a:ext cx="9921240" cy="2103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E86AD3-6918-2CE7-6C98-53841F52E0BD}"/>
              </a:ext>
            </a:extLst>
          </p:cNvPr>
          <p:cNvSpPr txBox="1"/>
          <p:nvPr/>
        </p:nvSpPr>
        <p:spPr>
          <a:xfrm>
            <a:off x="1257300" y="4228877"/>
            <a:ext cx="8961120" cy="1707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G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Hidden layers: [20, 10] neurons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Early stopping with 10 validation failures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training epochs maximum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AA52-DD54-F2B4-8EE2-D7C640BA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boasting machine code and its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B54437-AB37-A5B9-E19D-EA87C8BF0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140" y="1752600"/>
            <a:ext cx="10279380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4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AC86-5CAE-D254-437C-9014C189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Proccess</a:t>
            </a:r>
            <a:r>
              <a:rPr lang="en-US" dirty="0"/>
              <a:t>- based crop simulation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8EF7BE-2B69-FCF5-E04B-A0B87391C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760" y="1562100"/>
            <a:ext cx="10096500" cy="44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20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AB13-D3E2-3718-0991-D9591C62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learning system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C7A810-E882-2C18-C2CC-7CEC17F8D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240" y="1546860"/>
            <a:ext cx="1072134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2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45DE-EFC3-AA01-EBD4-00C152D1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and robustness code and its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A40BFE-A999-C4CF-2697-8A38F0ED1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640" y="1836420"/>
            <a:ext cx="9951720" cy="45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7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5A1-F8FB-554C-1599-31FA64D4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management code and its advantages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416126-AFBE-A9B5-41D5-06F8B9E14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" y="1874520"/>
            <a:ext cx="10637520" cy="44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79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A9EA-EBB5-D0C9-8D68-8A776DE9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and resource requirement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CFB8F-C2C2-A002-75A3-356F1FCF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G" sz="2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 Performance Metrics: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Ensemble Model: RMSE: 0.5-0.8 tons/ha, R²: 0.85-0.95</a:t>
            </a:r>
            <a:endParaRPr lang="en-US" sz="2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 Models: RMSE: 0.6-1.2 tons/ha, R²: 0.75-0.90</a:t>
            </a:r>
            <a:endParaRPr lang="en-US" sz="2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Uncertainty: Coefficient of Variation: 8-12%</a:t>
            </a:r>
            <a:endParaRPr lang="en-US" sz="2800" kern="0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 </a:t>
            </a:r>
            <a:r>
              <a:rPr lang="en-US" sz="2800" b="1" kern="0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requiremets</a:t>
            </a:r>
            <a:r>
              <a:rPr lang="en-US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Execution Time: 2-5 minutes (standard desktop)</a:t>
            </a:r>
            <a:endParaRPr lang="en-US" sz="2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Usage: 200-500 MB</a:t>
            </a:r>
            <a:endParaRPr lang="en-US" sz="2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G" sz="2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Storage: Minimal (in-memory processing)</a:t>
            </a:r>
            <a:endParaRPr lang="en-US" sz="2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36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A11B-7081-15BD-20A5-5E4F03CD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45487-07A8-D5E3-A2F9-489103C0922A}"/>
              </a:ext>
            </a:extLst>
          </p:cNvPr>
          <p:cNvSpPr txBox="1"/>
          <p:nvPr/>
        </p:nvSpPr>
        <p:spPr>
          <a:xfrm>
            <a:off x="838200" y="1800741"/>
            <a:ext cx="10012680" cy="4134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implemented Crop Yield Estimation System represents a sophisticated integration of machine learning and agricultural science. Key strengths include: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G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Comprehensive Methodology</a:t>
            </a: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Multiple </a:t>
            </a:r>
            <a:r>
              <a:rPr lang="en-UG" sz="1800" kern="0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approaches with ensemble integration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G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 Implementation</a:t>
            </a: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Extensive error handling and validation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G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Relevance</a:t>
            </a: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Direct applications in precision agriculture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G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Scalable Architecture</a:t>
            </a: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Modular design for future enhancements</a:t>
            </a:r>
            <a:endParaRPr lang="en-US" sz="1800" kern="100" dirty="0">
              <a:solidFill>
                <a:srgbClr val="0F1115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G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successfully demonstrates the potential of computational intelligence in agricultural decision support, providing a solid foundation for both research and practical applications in crop yield estimation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705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480</Words>
  <Application>Microsoft Office PowerPoint</Application>
  <PresentationFormat>Widescreen</PresentationFormat>
  <Paragraphs>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Segoe UI</vt:lpstr>
      <vt:lpstr>Symbol</vt:lpstr>
      <vt:lpstr>Trebuchet MS</vt:lpstr>
      <vt:lpstr>Wingdings</vt:lpstr>
      <vt:lpstr>Wingdings 3</vt:lpstr>
      <vt:lpstr>Facet</vt:lpstr>
      <vt:lpstr>MATLAB PROJECT ASSIGNMENT</vt:lpstr>
      <vt:lpstr>MATLAB QUESTION</vt:lpstr>
      <vt:lpstr>The problem focused upon and core components considered</vt:lpstr>
      <vt:lpstr>Considerations under data generation and proccessing</vt:lpstr>
      <vt:lpstr> Data Assurances </vt:lpstr>
      <vt:lpstr>Matlab code</vt:lpstr>
      <vt:lpstr>Machine learning framework considerations</vt:lpstr>
      <vt:lpstr>Matlab codes considered</vt:lpstr>
      <vt:lpstr>Saw vector machine code and its features</vt:lpstr>
      <vt:lpstr>Nueral network architecture</vt:lpstr>
      <vt:lpstr>Gradient boasting machine code and its parameters</vt:lpstr>
      <vt:lpstr>Proccess- based crop simulation code</vt:lpstr>
      <vt:lpstr>Ensemble learning system code</vt:lpstr>
      <vt:lpstr>Error Handling and robustness code and its features</vt:lpstr>
      <vt:lpstr>Configuration management code and its advantages</vt:lpstr>
      <vt:lpstr>Performance analysis and resource requirement estimates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nicholasbinywera00@gmail.com</dc:creator>
  <cp:lastModifiedBy>nicholasbinywera00@gmail.com</cp:lastModifiedBy>
  <cp:revision>1</cp:revision>
  <dcterms:created xsi:type="dcterms:W3CDTF">2025-11-11T19:18:25Z</dcterms:created>
  <dcterms:modified xsi:type="dcterms:W3CDTF">2025-11-11T20:40:51Z</dcterms:modified>
</cp:coreProperties>
</file>